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h69d493d60f8a5eec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h69d493d60f8a5ee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h69d493d60f8a5eec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h69d493d60f8a5eec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h6fd262850d63c40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h6fd262850d63c40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h6fd262850d63c408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h6fd262850d63c408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h6fd262850d63c408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h6fd262850d63c408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起動コマンド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/>
              <a:t>su ubuntu -s /bin/bash -c "DISPLAY=:1 xhost +SI:localuser:root"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ja"/>
              <a:t>bash scripts/demo_cnoid.sh reach　# pusher / target_pusher / obstacle_avoid / obstacle_reach　hockey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デモの仕様</a:t>
            </a:r>
            <a:endParaRPr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ja"/>
              <a:t>・画面録画しやすいように形態変化前に10秒待つようになっている。</a:t>
            </a:r>
            <a:br>
              <a:rPr lang="ja"/>
            </a:br>
            <a:r>
              <a:rPr lang="ja"/>
              <a:t>・3エピソード再生される仕様</a:t>
            </a:r>
            <a:br>
              <a:rPr lang="ja"/>
            </a:br>
            <a:r>
              <a:rPr lang="ja"/>
              <a:t>・デモで見たらめちゃくちゃ自己干渉しとるわ！ガハハ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74" name="Google Shape;74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81" name="Google Shape;81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88" name="Google Shape;88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