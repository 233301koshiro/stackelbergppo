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033e7ab7647f4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033e7ab7647f4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033e7ab7647f42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033e7ab7647f42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c1608431fc2d8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c1608431fc2d8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3c1608431fc2d83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3c1608431fc2d83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舐めた質問をボコボコにするぞ～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既存の組み合わせじゃないの？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各要素は既存研究に基づくが、本研究はこれらを接続し本研究はこれらを接続し、同一の入力から判定と修正指針の提示までを一貫して行う。</a:t>
            </a:r>
            <a:br>
              <a:rPr lang="ja"/>
            </a:br>
            <a:r>
              <a:rPr lang="ja"/>
              <a:t>(a)接続に新しく作った工程が必要だった。</a:t>
            </a:r>
            <a:br>
              <a:rPr lang="ja"/>
            </a:br>
            <a:r>
              <a:rPr lang="ja"/>
              <a:t>(b)繋ぐだけでは判定の証拠にならなかった？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(a)接続に新しく作った工程が必要だった。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①スケッチからロボットっぽい3D形状は作れるが、可動構造がない</a:t>
            </a:r>
            <a:br>
              <a:rPr lang="ja"/>
            </a:br>
            <a:r>
              <a:rPr lang="ja"/>
              <a:t>⇒</a:t>
            </a:r>
            <a:r>
              <a:rPr lang="ja"/>
              <a:t>手描きをgeminiによって整形するときに関節箇所に目印を描かせた。これによりこれを元にリンクを切り分け関節を設定する。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②</a:t>
            </a:r>
            <a:r>
              <a:rPr lang="ja"/>
              <a:t>形がタスクに合わなかった場合、どこをどう修正すればいいかわからない</a:t>
            </a:r>
            <a:br>
              <a:rPr lang="ja"/>
            </a:br>
            <a:r>
              <a:rPr lang="ja"/>
              <a:t>⇒修正する指示を組み込んだ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(b)繋ぐだけでは判定の証拠にならなかった？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①</a:t>
            </a:r>
            <a:r>
              <a:rPr lang="ja"/>
              <a:t>Stackelberg PPOは「より良い形を作る」強化学習アルゴリズムで、形がタスクに合うかの判定には使われていない</a:t>
            </a:r>
            <a:br>
              <a:rPr lang="ja"/>
            </a:br>
            <a:r>
              <a:rPr lang="ja"/>
              <a:t>→なので改めて検証した。</a:t>
            </a:r>
            <a:br>
              <a:rPr lang="ja"/>
            </a:br>
            <a:br>
              <a:rPr lang="ja"/>
            </a:br>
            <a:r>
              <a:rPr lang="ja"/>
              <a:t>②アルゴリズムの研究である先行研究では無視されていたが、ロボットは実世界への転用が求められるので色々な値を考慮した。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やらないこと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5" y="1169368"/>
            <a:ext cx="6919074" cy="104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36750"/>
            <a:ext cx="6822649" cy="13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2598825"/>
            <a:ext cx="27372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やらないロボット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